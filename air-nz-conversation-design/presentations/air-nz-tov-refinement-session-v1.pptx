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4eafe448274992" /><Relationship Type="http://schemas.openxmlformats.org/officeDocument/2006/relationships/extended-properties" Target="/docProps/app.xml" Id="Rb314a57b217c469f" /><Relationship Type="http://schemas.openxmlformats.org/officeDocument/2006/relationships/officeDocument" Target="/ppt/presentation.xml" Id="R4e211e97b91a45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945c0644d4486b"/>
  </p:sldMasterIdLst>
  <p:notesMasterIdLst>
    <p:notesMasterId xmlns:r="http://schemas.openxmlformats.org/officeDocument/2006/relationships" r:id="R153c74573f2d413b"/>
  </p:notesMasterIdLst>
  <p:sldIdLst>
    <p:sldId xmlns:r="http://schemas.openxmlformats.org/officeDocument/2006/relationships" id="256" r:id="R2f609df615b44f16"/>
    <p:sldId xmlns:r="http://schemas.openxmlformats.org/officeDocument/2006/relationships" id="257" r:id="R0951c49e5817425c"/>
    <p:sldId xmlns:r="http://schemas.openxmlformats.org/officeDocument/2006/relationships" id="258" r:id="Rb76309b1055e4144"/>
    <p:sldId xmlns:r="http://schemas.openxmlformats.org/officeDocument/2006/relationships" id="259" r:id="R990b7163b9c243b9"/>
    <p:sldId xmlns:r="http://schemas.openxmlformats.org/officeDocument/2006/relationships" id="260" r:id="R0ca6907741bb4239"/>
    <p:sldId xmlns:r="http://schemas.openxmlformats.org/officeDocument/2006/relationships" id="261" r:id="R244a1cdafd9642ea"/>
    <p:sldId xmlns:r="http://schemas.openxmlformats.org/officeDocument/2006/relationships" id="262" r:id="Rcf40a271188642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1ca40b5524ffc" /><Relationship Type="http://schemas.openxmlformats.org/officeDocument/2006/relationships/slideMaster" Target="/ppt/slideMasters/slideMaster1.xml" Id="R6d945c0644d4486b" /><Relationship Type="http://schemas.openxmlformats.org/officeDocument/2006/relationships/notesMaster" Target="/ppt/notesMasters/notesMaster1.xml" Id="R153c74573f2d413b" /><Relationship Type="http://schemas.openxmlformats.org/officeDocument/2006/relationships/presProps" Target="/ppt/presProps.xml" Id="Rb90bb4a1e61345f0" /><Relationship Type="http://schemas.openxmlformats.org/officeDocument/2006/relationships/viewProps" Target="/ppt/viewProps.xml" Id="Rfef15005efed4464" /><Relationship Type="http://schemas.openxmlformats.org/officeDocument/2006/relationships/tableStyles" Target="/ppt/tableStyles.xml" Id="R5bc1bc2046a54ea5" /><Relationship Type="http://schemas.openxmlformats.org/officeDocument/2006/relationships/slide" Target="/ppt/slides/slide1.xml" Id="R2f609df615b44f16" /><Relationship Type="http://schemas.openxmlformats.org/officeDocument/2006/relationships/slide" Target="/ppt/slides/slide2.xml" Id="R0951c49e5817425c" /><Relationship Type="http://schemas.openxmlformats.org/officeDocument/2006/relationships/slide" Target="/ppt/slides/slide3.xml" Id="Rb76309b1055e4144" /><Relationship Type="http://schemas.openxmlformats.org/officeDocument/2006/relationships/slide" Target="/ppt/slides/slide4.xml" Id="R990b7163b9c243b9" /><Relationship Type="http://schemas.openxmlformats.org/officeDocument/2006/relationships/slide" Target="/ppt/slides/slide5.xml" Id="R0ca6907741bb4239" /><Relationship Type="http://schemas.openxmlformats.org/officeDocument/2006/relationships/slide" Target="/ppt/slides/slide6.xml" Id="R244a1cdafd9642ea" /><Relationship Type="http://schemas.openxmlformats.org/officeDocument/2006/relationships/slide" Target="/ppt/slides/slide7.xml" Id="Rcf40a271188642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fccdd9ae5249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53fe210574ef4" /><Relationship Type="http://schemas.openxmlformats.org/officeDocument/2006/relationships/notesMaster" Target="/ppt/notesMasters/notesMaster1.xml" Id="Rd040ca02068549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acf1238fb4592" /><Relationship Type="http://schemas.openxmlformats.org/officeDocument/2006/relationships/notesMaster" Target="/ppt/notesMasters/notesMaster1.xml" Id="Rb53115e3e36d4b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cef3b22024807" /><Relationship Type="http://schemas.openxmlformats.org/officeDocument/2006/relationships/notesMaster" Target="/ppt/notesMasters/notesMaster1.xml" Id="R8155530ba22a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b25c338d594761" /><Relationship Type="http://schemas.openxmlformats.org/officeDocument/2006/relationships/notesMaster" Target="/ppt/notesMasters/notesMaster1.xml" Id="Rf50aaff049004e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18b8e0aeaa4d46" /><Relationship Type="http://schemas.openxmlformats.org/officeDocument/2006/relationships/notesMaster" Target="/ppt/notesMasters/notesMaster1.xml" Id="R64ba1aacacb747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6d0112378a4282" /><Relationship Type="http://schemas.openxmlformats.org/officeDocument/2006/relationships/notesMaster" Target="/ppt/notesMasters/notesMaster1.xml" Id="R3a017c09eaa9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d0076895c14eb7" /><Relationship Type="http://schemas.openxmlformats.org/officeDocument/2006/relationships/notesMaster" Target="/ppt/notesMasters/notesMaster1.xml" Id="R9f384098f1c6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a8b1a18834f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e0434d02fc4806" /><Relationship Type="http://schemas.openxmlformats.org/officeDocument/2006/relationships/slideLayout" Target="/ppt/slideLayouts/slideLayout1.xml" Id="R96b4f3559808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4f3559808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4dec0bdae4abe" /><Relationship Type="http://schemas.openxmlformats.org/officeDocument/2006/relationships/notesSlide" Target="/ppt/notesSlides/notesSlide1.xml" Id="R306549418328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faebd6202481b" /><Relationship Type="http://schemas.openxmlformats.org/officeDocument/2006/relationships/notesSlide" Target="/ppt/notesSlides/notesSlide2.xml" Id="R147be060bb294e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bdb3c450546ee" /><Relationship Type="http://schemas.openxmlformats.org/officeDocument/2006/relationships/notesSlide" Target="/ppt/notesSlides/notesSlide3.xml" Id="Rf52eee2c9ab5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350f64c7b4cf4" /><Relationship Type="http://schemas.openxmlformats.org/officeDocument/2006/relationships/notesSlide" Target="/ppt/notesSlides/notesSlide4.xml" Id="Rb3a4b24354f440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3194f12754f1a" /><Relationship Type="http://schemas.openxmlformats.org/officeDocument/2006/relationships/notesSlide" Target="/ppt/notesSlides/notesSlide5.xml" Id="Rf2f814e2f43346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2d682657f43a3" /><Relationship Type="http://schemas.openxmlformats.org/officeDocument/2006/relationships/notesSlide" Target="/ppt/notesSlides/notesSlide6.xml" Id="R04a78214481f4c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7d2c251be470d" /><Relationship Type="http://schemas.openxmlformats.org/officeDocument/2006/relationships/notesSlide" Target="/ppt/notesSlides/notesSlide7.xml" Id="R5d8870a196fb4a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EB753-2577-494C-8C1F-FECE4BA8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AIR NZ / OSCAR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13A3-DD3B-4B3D-B53E-68EE402F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723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Tone of voice refinement for the rewriter.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5D0AD-2D28-47A8-83D2-EEBAB3A0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A short map of how we are iterating on wording, flow states, and behavioural safety without breaking the service logic underneath.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2364E-5746-40D7-AA4E-0232B123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47BD2-B118-4747-A575-82733920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23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C5D3D-2829-4FD9-96BB-EA94DF04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525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Lauren deep dive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Tuesday 9:30 AEST / 11:30 NZT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5218D-42C5-408A-BA51-DCD3D6DC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9808C-CC06-45F3-A9BC-17EB7B21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2762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 Progressive iteration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 Conversation flow states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 What belongs in which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BD76E-3996-4336-BF4E-3657A629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Grounded 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9246-68DA-43C5-80D6-37309DD0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workspace artefacts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Service Agent blocks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June feedback synthesis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E87A0-F0BD-45FE-ACF0-D27B2FC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B1809-F19F-4232-AB83-0E02BD92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9ADB8-A0C2-4F49-AD2C-51A1574E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Air NZ TOV refinement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C2D4F-F53B-40BF-9919-6FC85EAE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641219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97BE2-9943-401D-AB93-B4F5CA59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SESSION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D1E9D-085C-46EF-8C26-B6251D90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42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Two questions are driving the session.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29D1B-A642-4BB2-9663-91DBD133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The deck only needs to orient the room. The useful part is making the logic legible enough that we can tune a real example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CB9A0-950C-43C0-9E8E-6299965F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5489E-BBEC-4AED-A0DE-FE3AFAA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3C664-A3A7-4EAB-BFF5-2F58B6DD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47950"/>
            <a:ext cx="3733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How do we progressively iterate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tone without over-adjusting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prompt or changing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behaviour somewhere else?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A7A27-668B-4621-A095-8E38E3C8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76750"/>
            <a:ext cx="371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This is the scope-control problem: what to change, where to change it, and how to avoid regressions.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28CCE-D121-4716-B7C2-9C70A7F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6A72C-B8EE-4B29-94E2-9D04158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4795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How do the conversation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modes stack together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underneath the final wording,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especially when a turn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becomes plan, action, hold,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repair, or handoff?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6293E-700C-424A-9A04-E8CB07C0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This is the flow-state problem: which decisions belong in the service layer, and which belong in the rewriter.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16303-77B2-4B88-A84B-6A010925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37F8C-2BD2-4080-BAE2-2CEDCBF3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answer to both questions is the same: treat tone, turn strategy, and service truth as separate variables.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DF28A-7925-4BA7-B529-A98F53C8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8A30-0851-4FDA-8B01-B00FFAE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6EAD1-2F87-4685-91FB-4E8C0262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Framed from Lauren's notes for the deep dive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C0C0C-8BB6-4B18-B182-EDA9742E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46940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CA849-68E0-41CB-9420-384E49C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13548-8291-42BB-B741-F82DD0BB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We build the rewriter as the last layer, not the first.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69665-2E79-42C4-ABC6-703791B9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The workspace follows a foundations-before-prompts flow so the tone work stays grounded in service design, not line editing in isolation.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0D8AB-C761-40AA-88C0-44BFCE4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3694C-C188-4946-A6FF-768DDA4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6F804-7557-4A8D-BF12-934EE58F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913A2-5186-4002-83BA-B2ABFF71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1695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Workshop notes, transcripts, service constraints, and voice cues.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2744D-BE91-49DD-A25F-3687EC9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E8ECA-C544-43A3-B918-75412C46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Foundation artefacts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7FC4C-C3FD-4A63-9DD5-F0D468D7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695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Brand voice, boundaries, personality, failure modes, and conversation characteristics.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8083D-C57F-49A5-8B46-DADC105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19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90343-4F02-48DA-B943-B3EE6929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Scenario brief +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AE22A-7E98-4267-89F6-FE6A395B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695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Define the job, the limits, and the cases that should pressure-test the journey.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A4C5-7C87-47EA-AC58-D038BF97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741DB-1969-4A4A-8A1A-13F97344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813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Service Agent block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B58EB-C006-45B4-AD8E-2802B18B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29000"/>
            <a:ext cx="1695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Carry the turn brief: task, facts, next action, protected values, and boundaries.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764AA-0F95-4670-B08A-75A4F23A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95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A219B-BDB0-40E1-BA75-7857447B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813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Oscar rewriter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4071A-E2B8-4E10-B416-4435C39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1695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Turn the grounded turn brief into customer-facing Air NZ language.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D27B0-A762-4CE5-AE90-73CFC3B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BB810-3862-41BA-8E83-2A4AA768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698D7-9CD8-494F-85FA-8C2C5F5C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If we skip straight to prompt tuning, we lose the ability to tell whether a weak output is a tone issue, a flow issue, or a missing service instruction.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37E0E-9583-4F8B-A3CA-EAC5843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6A385-97D6-480E-8342-98456CCB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7B007-93FE-4CB0-AA20-3D4B273C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Source flow from air-nz-conversation-design/README.md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E6133-DD67-4F03-8F42-8459C03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27045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BBC87-7CD3-4EDE-8A07-2848659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FLOW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FA9B6-D1CD-42E8-9763-5A2EE498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191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Most flow-state behaviour lives upstream of tone.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C57F2-1085-40EB-B2EE-9BF2935E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The sentence can be well written and still feel wrong if the underlying move is wrong, repeated, too certain, or timed badly.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95D50-03F3-4429-A7F6-A194C22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0896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F4A9F-282F-4308-A43A-0AC7B2FB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E18CE-4E67-4927-9DD3-33357215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Brand voice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Boundaries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Conversation characteristics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92545-6E89-4838-A442-7D26FFAF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337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Defines the enduring Air NZ service posture.</a:t>
            </a:r>
          </a:p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This is the stable voice and behaviour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E94E6-0F88-44C8-8870-A3E3732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89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A5F1E-603B-41EF-BA1D-4AEF0B6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SERVICE AGENT BLOCK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0E303-BBF9-4570-8D09-8F1FDA75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95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service_type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response_kind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exit_point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customer_facing_task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facts_to_include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next_action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55CD4-1788-4649-92D8-39092C51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This is where most conversation states are currently expressed.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It carries the turn strategy before wording happens.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1E4CE-DC9A-4038-8865-C464A31A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896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72BDC-AEC0-4C3A-98A4-0824B5E3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REWRITER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00709-07AE-4BB2-9B0D-2C36D1D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PROGRESS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HOLD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REPAIR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43CC5-1126-43D0-92E7-65AA936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435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Chooses the right move and translates the block into Oscar-language.</a:t>
            </a:r>
          </a:p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It should not invent service truth or rewrite the journey logic.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779DE-570B-4064-AE6F-3BDDC9D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E9C80-D734-4F01-A6CF-36D4D11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15B34-9B53-4BB4-8E08-1B9F0AAB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Grounded in feedback-session-synthesis-v1.md and oscar-rewriter-system-prompt-v8.md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4C236-7ABD-43A8-B12C-6E5858E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1340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9745EA-A4B1-48FD-8E81-DE7581D2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ITERATION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3A0B9-A9FF-43BF-8973-682F1A3E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We tune one layer at a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2FF19-7744-4640-9C1D-89D8C982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The safest way to improve tone is to isolate the variable, assign ownership, and re-run the same contrasting states after every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0EEE5-82C3-4026-AA3E-C285F203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75688-1885-460E-95CF-A260FE8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 the canonical pack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C33F2-CAF5-4C64-8BD8-DE36812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Use frustrated, clean, and handoff cases so the contrast between moments stays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09358-DAD0-43DC-9038-978BF013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4C034-3A4A-4F59-A461-8CBA069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051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 the failure precisely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048B4-22DC-4196-B8CB-B414F986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194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Is it early certainty, repetition, wrong pacing, poor explanation, weak handoff, or something else?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D8DD7-7288-4890-8EF7-72AA8C69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B2AA8-1911-49EF-8B00-D94FE18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1771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Assign the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C8556-2CDB-477F-B596-B1BEE5E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209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Flow design, Service Agent block, or System Prompt. Do not patch all three at once.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0AE1C-EC9D-48C5-8CB2-CF27A338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910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F5586-2E1B-4D39-84A0-C21F7033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719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Patch one layer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FB1AE-B6CE-4D5E-ADDC-184DEC75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863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Keep the change narrow enough that we can explain what moved and why.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C37BD-0C29-4415-9BCF-DC30D721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A6A6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A6A6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081DA5-448A-4D98-B0F8-77381B3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7195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Re-run regressions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D3F9C-7F9F-458A-947A-8D25ABAF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Check the same states again so a fix for warmth does not quietly damage clarity or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80FA0-8E83-4789-8875-ED5B6A5D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28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3A08A-16F8-40BF-8F5C-822EE734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Operating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90EAE-2F5E-4B11-B14E-15C45B41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17145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keep claims in an "I can look into it" mode until checked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do not do a big tone pass before scope is clear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treat repeated misunderstanding and handoff as flow problems first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keep the test pack stable while the prompt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3320D-A93C-4158-BE14-88133FDA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5FD22-7E75-4298-AAC4-9FEAA8C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ADAB4-2C8A-4C06-8435-2933924A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Based on current testing practice and June feedback synthesis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1F1A4-7E3E-47F5-91CB-DA5B6853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98377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3C561D-C53B-475B-BA1C-ACF420D4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WHAT WE HAVE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11839-B7DF-49AF-9D46-7A5F2424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The strongest learnings so far are structural.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0AA40-A8A6-4459-BD86-E66630E1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The voice is improving, but the bigger gains are coming from separating the move, the service truth, and the final wording.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F67CA-4EC5-4C2D-9D45-94C69D7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2381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CE8FB-B801-4500-85E7-6C4AF3E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CURRENT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656FC-4593-4E38-8154-BE1FFBE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Early certainty breaks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F4C08-71E3-4077-8378-F5FD9E97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Claim openers should not sound like a claim is underway before the system has actually checked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17D41-6FCC-4EC8-B422-48E0705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2381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10ED6-C352-45E3-9E7A-4961DB7B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24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CURRENT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C6601-5CE1-42C3-90A3-92799C29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908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Repetition reads as lower capability.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39030-2A7F-4604-A99B-BAD1349F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719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Repeated reasons, confirmations, and re-greetings make Oscar feel effortful instead of capable.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A9B2E-BDDF-43F5-8D37-3255C198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2381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6565D-BA2C-4596-B53E-22CF82B4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CURRENT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91975-0ACC-4FCD-BB3A-04D02FD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Directness has to flex by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A7A02-FCCF-48C8-B469-2FDF7D2A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Clear path means brisk momentum. Constrained path means calm, plain softening without woolliness.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DFDE1-41BC-4369-B6A9-D902535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95550"/>
            <a:ext cx="2381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0A52D-541D-4817-8ED8-56545750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CURRENT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BEF79-9FB3-4801-9A1D-482571E7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Most flow fixes are Service Agent fixes.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7CDF0-0325-4126-8BC1-611D9FE4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1866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A good sentence cannot rescue a turn whose brief is repeated, under-specified, or strategically wrong.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DF46A-502D-4CD1-96F8-B611CDE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BAC51-5AE5-425A-A7AF-3FA31017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8E1F7-A829-4B93-8A45-5B7052DE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Sourced from feedback-session-synthesis-v1.md, jane-feedback-summary-v1.md, donni-feedback-summary-v1.md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495B88-B980-4EED-8043-319537E8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11736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58EF7-728B-4372-B3DA-E6E024E3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WORKSHOP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133C4-3A4F-484A-8362-BBDDD8BE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The best use of the session is to inspect one real turn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A7B2A-F759-42B8-BF72-7FE71F06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A short presentation is enough. The main value is in watching how we separate service truth, turn strategy, and wording in real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4F084-C738-4C51-AE92-1D705930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09850"/>
            <a:ext cx="190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CBD43-0EEC-45C7-A83A-36C4FBD3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00-10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731E5-B8FA-411A-AE4C-C1DBC4AE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051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Walk the stack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73A61-9721-404B-8F76-8E1D0206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Discovery inputs -&gt; foundation artefacts -&gt; scenario brief -&gt; Service Agent block -&gt; rewriter.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993A0-0455-46DC-A0F1-E3D592B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10-30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7DF02-DA84-4CF0-B2A7-17F1C1AC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195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Tune one live example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34897-10DB-4613-872C-FFEC8224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243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Pick a claim or limit turn and call whether the issue is tone, flow, or service instruction.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9B267-4E07-42A6-99C7-7B1328A3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30-40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406BA-4FB3-43DF-8508-E71AC13A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33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Capture the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102D1-B323-4644-8078-9D21466A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38700"/>
            <a:ext cx="409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6A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A6A"/>
                </a:solidFill>
                <a:latin typeface="Aptos"/>
                <a:ea typeface="Aptos"/>
                <a:cs typeface="Aptos"/>
              </a:rPr>
              <a:t>Document what changed, which layer moved, and what we need to re-test afterwards.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91308-3BF2-417C-974E-7807071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95550"/>
            <a:ext cx="3238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785ED-3BF7-4FDD-8765-002F034D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What Lauren can help 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39775-F8F7-4119-97A6-CEB9427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099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where a response needs more warmth versus more certainty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when a repeated explanation is still useful versus just repetitive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which moments should feel like hold, repair, or handoff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 what should stay generic in the rewriter versus journey-specific in the Service Agent block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F63C5-3DD6-46ED-8119-005868DC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600" b="0">
                <a:solidFill>
                  <a:srgbClr val="CFCFCF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CFCFCF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BD2AE-7FD1-461F-9AE2-76B11F83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solidFill>
              <a:srgbClr val="CFCF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F50EC-43CA-459F-939F-1DE7E48F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Designed for a live TOV refinement workshop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6C797-34F3-4CBC-A2A2-3C0FCE6E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A6A6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05959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2026-06-12T06:17:39.5680000Z</dcterms:created>
  <dcterms:modified xsi:type="dcterms:W3CDTF">2026-06-12T06:17:39.5680000Z</dcterms:modified>
</coreProperties>
</file>